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from http://localhost/overtime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· Approver · Admin functions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Personas: Coquia  Joshua Mari  ·  Hernandez Dexmel Mico  ·  Abuan Christopher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application does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Employees submit overtime (date, group, location, project hours, remarks) and track status in Your History.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Approvers review assigned requests, approve or reject (single or bulk), and can Submit Member Request on behalf of employees (auto-approved).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Admins configure group approvers (L1–L4), manage app admins, and review activity logs.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There is no separate Overtime login screen — identity comes from the shared portal session (Daily Report).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in this manual were taken from the running local application with real database accounts.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and navigation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 in through the Daily Report / company portal so the session cookie is set.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http://localhost/overtime (lands on Request).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the left sidebar: Request · Approve (approvers only) · Admin (admins only).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Header tools show your greeting and a Light/Dark theme toggle.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Daily Report in the sidebar footer returns to the parent portal.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— Home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 as Coquia  Joshua Mari</a:t>
            </a:r>
            <a:endParaRPr lang="en-US" sz="1100" dirty="0"/>
          </a:p>
        </p:txBody>
      </p:sp>
      <p:pic>
        <p:nvPicPr>
          <p:cNvPr id="5" name="Image 0" descr="C:\Users\HERNAN~1\AppData\Local\Temp\ot-manual\shots\01_request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/overtime/request/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Confirm your name in the header greeting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Left: New Overtime Request 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Right: Your History (live updates)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— New overtime 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and project allocations</a:t>
            </a:r>
            <a:endParaRPr lang="en-US" sz="1100" dirty="0"/>
          </a:p>
        </p:txBody>
      </p:sp>
      <p:pic>
        <p:nvPicPr>
          <p:cNvPr id="5" name="Image 0" descr="C:\Users\HERNAN~1\AppData\Local\Temp\ot-manual\shots\02_request_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Choose Date (allowed weekday)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Group — projects 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 Location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project and enter hours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Optional remarks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Click Submit Request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— Your History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search, and live refresh</a:t>
            </a:r>
            <a:endParaRPr lang="en-US" sz="1100" dirty="0"/>
          </a:p>
        </p:txBody>
      </p:sp>
      <p:pic>
        <p:nvPicPr>
          <p:cNvPr id="5" name="Image 0" descr="C:\Users\HERNAN~1\AppData\Local\Temp\ot-manual\shots\03_request_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Filter All / Pending / Approved / Denied / Cancelled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Search group, location, or remarks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date range / pager when shown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a row for details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— Details modal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projects, approvers, cancel</a:t>
            </a:r>
            <a:endParaRPr lang="en-US" sz="1100" dirty="0"/>
          </a:p>
        </p:txBody>
      </p:sp>
      <p:pic>
        <p:nvPicPr>
          <p:cNvPr id="5" name="Image 0" descr="C:\Users\HERNAN~1\AppData\Local\Temp\ot-manual\shots\04_request_detail_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Review status and hours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project breakdown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See approver decisions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Cancel only while Pending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— Dark theme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theme toggle</a:t>
            </a:r>
            <a:endParaRPr lang="en-US" sz="1100" dirty="0"/>
          </a:p>
        </p:txBody>
      </p:sp>
      <p:pic>
        <p:nvPicPr>
          <p:cNvPr id="5" name="Image 0" descr="C:\Users\HERNAN~1\AppData\Local\Temp\ot-manual\shots\05_request_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Dark / Light in header 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Preference is saved in the browser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designated approvers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signed in as Hernandez Dexmel Mico.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Approve from the sidebar (hidden if you are not an approver).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Stats summarize Total Assigned, Awaiting Your Action, and You Already Acted.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the daily cutoff (default 15:00), employees cannot self-submit; approvers can still file on behalf.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— Home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and statistics</a:t>
            </a:r>
            <a:endParaRPr lang="en-US" sz="1100" dirty="0"/>
          </a:p>
        </p:txBody>
      </p:sp>
      <p:pic>
        <p:nvPicPr>
          <p:cNvPr id="5" name="Image 0" descr="C:\Users\HERNAN~1\AppData\Local\Temp\ot-manual\shots\06_approve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/overtime/approve/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 the three stat cards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Scan the request 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 Submit Member Request when filing for someone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— Needs Action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waiting for your decision</a:t>
            </a:r>
            <a:endParaRPr lang="en-US" sz="1100" dirty="0"/>
          </a:p>
        </p:txBody>
      </p:sp>
      <p:pic>
        <p:nvPicPr>
          <p:cNvPr id="5" name="Image 0" descr="C:\Users\HERNAN~1\AppData\Local\Temp\ot-manual\shots\07_approve_needs_a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Needs 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pending rows for bulk Approve/Reject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 click a row to open details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— Request details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approve / reject</a:t>
            </a:r>
            <a:endParaRPr lang="en-US" sz="1100" dirty="0"/>
          </a:p>
        </p:txBody>
      </p:sp>
      <p:pic>
        <p:nvPicPr>
          <p:cNvPr id="5" name="Image 0" descr="C:\Users\HERNAN~1\AppData\Local\Temp\ot-manual\shots\08_approve_details_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Review employee, date, hours, projects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Enter remarks if rejecting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Approve or Reject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L4 finalizes immediately; others wait for cutoff job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— Submit Member Request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On-behalf filing (auto-approved)</a:t>
            </a:r>
            <a:endParaRPr lang="en-US" sz="1100" dirty="0"/>
          </a:p>
        </p:txBody>
      </p:sp>
      <p:pic>
        <p:nvPicPr>
          <p:cNvPr id="5" name="Image 0" descr="C:\Users\HERNAN~1\AppData\Local\Temp\ot-manual\shots\09_approve_onbehalf_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Submit Member Request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Search and select the employee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Fill date, group, location, projects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— auto-approved for the 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— Auto-approved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On-behalf and related outcomes</a:t>
            </a:r>
            <a:endParaRPr lang="en-US" sz="1100" dirty="0"/>
          </a:p>
        </p:txBody>
      </p:sp>
      <p:pic>
        <p:nvPicPr>
          <p:cNvPr id="5" name="Image 0" descr="C:\Users\HERNAN~1\AppData\Local\Temp\ot-manual\shots\10_approve_auto_approv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Auto-approved filter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Confirm on-behalf submissions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Auto-rejected + Re-submit as approved for follow-ups when available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application administrators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signed in as Abuan Christopher.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Approvers — who receives OT for each group at levels L1–L4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Admins — who may open this Admin area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Activity Logs — audit trail of portal actions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Group Approvers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L1–L4 routing</a:t>
            </a:r>
            <a:endParaRPr lang="en-US" sz="1100" dirty="0"/>
          </a:p>
        </p:txBody>
      </p:sp>
      <p:pic>
        <p:nvPicPr>
          <p:cNvPr id="5" name="Image 0" descr="C:\Users\HERNAN~1\AppData\Local\Temp\ot-manual\shots\11_admin_approv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/overtime/admin/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a group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 employees and Add per level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Saved approvers drive OT routing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Admins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or remove administrators</a:t>
            </a:r>
            <a:endParaRPr lang="en-US" sz="1100" dirty="0"/>
          </a:p>
        </p:txBody>
      </p:sp>
      <p:pic>
        <p:nvPicPr>
          <p:cNvPr id="5" name="Image 0" descr="C:\Users\HERNAN~1\AppData\Local\Temp\ot-manual\shots\12_admin_memb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the Admins tab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Search and Add admin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Update or remove as needed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Activity Logs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pic>
        <p:nvPicPr>
          <p:cNvPr id="5" name="Image 0" descr="C:\Users\HERNAN~1\AppData\Local\Temp\ot-manual\shots\13_admin_lo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Activity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Filter results when controls are shown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Page with Prev / Next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Non-admin (Coquia  Joshua Mari) opening Admin</a:t>
            </a:r>
            <a:endParaRPr lang="en-US" sz="1100" dirty="0"/>
          </a:p>
        </p:txBody>
      </p:sp>
      <p:pic>
        <p:nvPicPr>
          <p:cNvPr id="5" name="Image 0" descr="C:\Users\HERNAN~1\AppData\Local\Temp\ot-manual\shots\14_admin_deni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7772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868680"/>
            <a:ext cx="3520440" cy="5440680"/>
          </a:xfrm>
          <a:prstGeom prst="roundRect">
            <a:avLst>
              <a:gd name="adj" fmla="val 207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05156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417320"/>
            <a:ext cx="31546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Non-admins see a lock message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Ask an existing admin for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Non-approvers are redirected away from Approve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and identity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cutoff time: 15:00 (configurable via APPROVAL_CUTOFF_TIME).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cutoff, the Request form locks for employees with an on-screen banner.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Approvers can still Submit Member Request after cutoff.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items with no decision may be auto-rejected when the finalize job runs.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your Daily Report / portal session active — Overtime uses that identity.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560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user manual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Walk the live UI: Request → Approve → Admin.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Portal · User Manual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0" y="6537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Overtime Portal — User Manual</dc:title>
  <dc:subject>PptxGenJS Presentation</dc:subject>
  <dc:creator>Overtime Portal</dc:creator>
  <cp:lastModifiedBy>Overtime Portal</cp:lastModifiedBy>
  <cp:revision>1</cp:revision>
  <dcterms:created xsi:type="dcterms:W3CDTF">2026-09-03T08:17:37Z</dcterms:created>
  <dcterms:modified xsi:type="dcterms:W3CDTF">2026-09-03T08:17:37Z</dcterms:modified>
</cp:coreProperties>
</file>